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ed3b7fec-5780-2e8d-7cc4-f6bda938fce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교시 살아 있을 때의 정리" id="{e416fe89-f0c1-b3d9-9381-f1ace2dd0a58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2교시 유품정리와 디지털 유산" id="{bae7e507-a299-6296-d025-e531f27c0ad4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3교시 무엇을 남길 것인가" id="{2db9868f-509d-2c63-f0c2-70211bcf4fdd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정리와 예고" id="{2e625a67-2aaf-cd4f-6b14-967beab8e246}">
          <p14:sldIdLst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제2부의 마지막 시간.
"지난 시간 장례를 이야기했습니다. 오늘은 장례보다 먼저, 살아 있을 때 무엇을 정리하고 무엇을 남길지 이야기합니다."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7강으로 제2부를 마치고, 다음 시간부터 제3부(삶의 존엄을 준비하다: 경제·의료·가족)로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생전정리 목록, 디지털 유산 점검표, 기억유산 목록. 휴대폰을 꺼내 쓰는 활동이 있다고 미리 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0:03–0:08 (5분)
📖 교재: 6강 과제
가족 반응(웃음, 회피, 진지한 대화 등)을 2~3개 듣고, "어떤 반응이든 대화를 시작한 것 자체가 준비"라고 격려.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0:08–0:10 (2분)
📖 교재: 6장 핵심정리 · 23절
짧게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0:10–0:14 (4분)
📖 교재: 5절 · WLC 질문
대부분 사진, 편지, 휴대폰, 가족의 유품, 통장을 고른다. "휴대폰"이 나오면 2교시 디지털 유산과 연결.
"우리가 지키고 싶은 것은 물건이 아니라 기억과 정보입니다. 오늘 정리의 기준이 여기 있습니다."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0:14–0:15 (1분)
📖 교재: 7장 표제 · 핵심 메시지
핵심 메시지를 천천히 읽는다. 5강 데스클리닝(선택하기)과 같은 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0:15–0:17 (2분)
📖 교재: 7장 학습목표 1~8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0:17–0:18 (1분)
📖 교재: 7장 핵심 키워드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0:18–0:21 (3분)
📖 교재: 1절 · WLC 관점
핵심정리 1: 생전정리는 웰빙의 실천이다. OX 1번.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0:21–0:26 (5분)
📖 교재: 2절 · 표
서술형 Q1. 객관식 1번.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0:26–0:31 (5분)
📖 교재: 3절 · 표
서술형 Q2(다섯 가지와 목적). 5강 슈카츠 7영역, 3강 엔딩노트 6영역과 비교.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0:31–0:35 (4분)
📖 교재: 4절 · 표 / 주의
가장 흔한 실패는 처음부터 집 전체를 정리하려는 것. 부담이 적은 영역에서 성공 경험을 만든다. 코치노트 2(받을 의사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0:35–0:38 (3분)
📖 교재: 5절 · WLC 질문
오프닝 질문의 답과 연결. "버리지 못하는 물건"으로 단순화하면 삶의 이야기를 놓친다.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0:38–0:42 (4분)
📖 교재: 4절 · 정리의 순서
작은 범위에서 "성공 경험"을 체험하게 하는 것이 목적. 보류는 실패가 아니라 정당한 선택지.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0:42–0:46 (4분)
📖 교재: 6절 · 표
유품정리에서 가장 위험한 실수: 오래된 서류를 한꺼번에 폐기. 서술형 Q3. 코치노트 3. OX 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0:46–0:48 (2분)
📖 교재: 7절 · WLC 역할 경계
재산목록을 만드는 것과 상속 절차를 판단하는 것은 다르다. 8강(경제적 웰다잉)과 부록 5로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 2교시에 휴대폰을 쓴다고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1:00–1:05 (5분)
📖 교재: 8절 · 표
유품정리는 "돌아오지 않는다"는 현실을 마주하는 애도 과정이 될 수 있다. 속도를 강요하지 않는다(코치노트 6). 객관식 5번.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1:05–1:09 (4분)
📖 교재: 9절 · 표
4강 상조 확인 질문과 같은 원리. 코치노트 8: 이해관계를 분리하고 공개한다.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1:09–1:14 (5분)
📖 교재: 10절 · 표
"디지털 유산(Digital Legacy)"은 실무적 표현. 서술형 Q4.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1:14–1:16 (2분)
📖 교재: 10절 핵심
핵심정리 4: 디지털 유산은 하나의 권리가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1:16–1:21 (5분)
📖 교재: 11절 · 개인정보 보호법 제2조 · 민법 제1005조
서술형 Q5. 객관식 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1:21–1:27 (6분)
📖 교재: 12절 · 표
정책은 수시로 바뀐다 — 수업 직전에 각 플랫폼 고객센터에서 재확인. 서술형 Q6·Q7. 객관식 3번. 핵심정리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1:27–1:30 (3분)
📖 교재: 13절
서술형 Q8. OX 3번. 코치노트 5: 디지털 콘텐츠와 자산을 구분한다.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1:30–1:36 (6분)
📖 교재: 10~14절
대부분 계정 10~30개, 사후관리 기능은 0~1개를 안다. 이 결과가 3교시 디지털 유산 점검표의 출발점.
화면을 서로 보여 주지 않도록 안내(개인정보).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1:36–1:41 (5분)
📖 교재: 14절 · 표 / 보안 원칙
보안 원칙: 비밀번호·PIN·지갑 시드문구를 그대로 적지 않는다. 계정의 존재·플랫폼·사후관리 기능·접근권한자와 문서 위치를 기록하고 인증정보는 별도의 안전한 방식으로 관리.
객관식 4번, OX 4번. 코치노트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1:41–1:46 (5분)
📖 교재: 15절 · 표
4강 AI 추모 토론을 심화. 서술형 Q9(네 가지). 코치노트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1:46–1:49 (3분)
📖 교재: 16절 · 표
서술형 Q10. 핵심정리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2:00–2:04 (4분)
📖 교재: 17절 · 표
5강 데스클리닝(선택하기), 3강 레거시(기록 유산)와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2:04–2:14 (10분)
📖 교재: 17절 · 8절 · 12절
세 번째 상황(비밀번호)은 "플랫폼 사후관리 기능 + 접근경로 기록"으로 안내하는 연습. 시간이 되면 역할을 바꿔 한 번 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2:14–2:17 (3분)
📖 교재: 18절 · 표
오늘부터 시작하는 과제. 다음 시간부터 매 회차 첫 나눔에서 주차별 진행을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2:17–2:25 (8분)
📖 교재: 18.1절 · 실습지
각 영역에 "가장 작은 한 구역"만 적게 한다(서랍 하나, 파일 하나). 기한은 30일 프로젝트 주차와 맞춘다.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2:25–2:35 (10분)
📖 교재: 18.2절 · 실습지
2교시 휴대폰 실습 결과를 옮겨 적는다. 비밀번호는 쓰지 않는다.
시간이 되면 강사 안내로 Google 휴면 계정 관리자나 카카오톡 추모 프로필 설정 화면을 함께 찾아본다(설정은 각자 집에서).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2:35–2:44 (9분)
📖 교재: 18.3절 · 실습지
이 목록은 엔딩노트 "레거시·메시지" 영역과 3강 레거시 선언문의 "기록 유산"으로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2:44–2:46 (2분)
📖 교재: 1·6·13·14절
정답: 1 X / 2 X / 3 X / 4 O
※ 7강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2절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11절
정답 ②. 다만 사망자 정보에 살아 있는 사람의 정보가 섞이면 보호될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12절
정답 ②. Google은 사망자 계정의 비밀번호를 제공하지 않는다(2026.9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14절 보안 원칙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8절
정답 ③. 유족의 애도 속도를 존중한다.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2:51–2:54 (3분)
📖 교재: 7장 본문 (강사 제작 문항)
객관식 5번 정답 ③(보류상자)은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19절 학습점검 Q1~Q10
채점 기준(문항당 10점): 핵심요소 3개 10점 / 2개 7점 / 1개 4점 / 없음 0점, 역할경계 이탈 -3점.
※ 7장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20절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21절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18절 · 12절
8강 준비: 부록 5 "경제적 웰다잉 재산·채무 목록"을 미리 훑어보게 한다(실제 금액·계좌번호는 적지 않음).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20절 · 제7장의 마지막 질문
10초 침묵. 제2부(4~7강)를 마친 것을 축하하며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22절 제8장으로의 연결
생전정리와 디지털 유산을 정리하면 "무엇을 가지고 있고 누구에게 어떻게 남길 것인가"라는 경제적·법률적 질문으로 이어진다. 제3부의 시작.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제7강 생전정리·유품정리와 디지털 유산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제7강 생전정리·유품정리와 디지털 유산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제2부 변화하는 죽음문화와 엔딩사회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제7강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생전정리·유품정리와 디지털 유산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Lifetime Decluttering, Estate Sorting &amp; Digital Legacy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살아 있을 때의 정리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과제 나눔·오프닝 질문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생전정리와 유품정리의 차이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8영역·정리 순서·문서·금융정보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유품정리와 디지털 유산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애도 속의 유품정리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디지털 유산·플랫폼 사후정책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디지털 엔딩노트·AI 추모 윤리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무엇을 남길 것인가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코칭 사례 롤플레이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생전정리 목록·디지털 유산 점검표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기억유산 10개·퀴즈·예고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가족에게 장례 바람, 이야기해 보셨나요?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4A"/>
                </a:solidFill>
              </a:rPr>
              <a:t>6강 과제 — e하늘에서 장묘시설 비교, 사전 장례설계를 엔딩노트에 옮기기, 가족대화 한 번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가족대화 경험을 나눕니다.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e하늘에서 찾은 시설 정보 중 놀라웠던 점을 말합니다.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엔딩노트 “장례·추모” 쪽에 무엇을 적었는지 한 가지 소개합니다.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가족대화에서 들은 반응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지난 시간 돌아보기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제6강에서 가져올 세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법과 관행을 구분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24시간은 법, 3일장은 관행입니다.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자연장은 법이 정한 방법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아무 곳에나 묻거나 뿌리지 않습니다.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이별의 시간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장례의 크기보다 의미가 중요합니다.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오늘의 확장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장례 다음에 남는 것은 물건·문서·계정·사진·기억입니다. 오늘은 그것을 살아 있을 때 정리하는 법을 배웁니다.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“집에 불이 나 5분 안에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하나만 들고 나가야 한다면,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무엇을 들고 나가시겠어요?”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그 물건이 소중한 이유는 물건 때문인가요, 그 안의 기억 때문인가요?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30초 생각한 뒤 짝과 1분씩 나눕니다. 물건 이름과 이유 한 가지만 말합니다.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정리는 버리는 일이 아니라,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무엇을 남길지 선택하는 일이다.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생전정리는 죽음을 앞두고 집을 비우는 일이 아니다. 살아 있는 동안 물건·문서·재산정보·사진·디지털 계정·관계의 기록을 정리하여 현재의 삶을 가볍게 하고, 가족의 부담을 줄이며, 기억과 가치를 남기는 웰빙의 실천이다.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두 정리의 차이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생전정리와 유품정리를 삶·애도·가족부담 관점에서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정리의 틀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물건·문서·금융·사진·의료·장례정보 정리 틀 안내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유품정리의 위험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귀중품·개인정보·문서폐기 위험과 전문가 연계 구분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디지털 유산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계정·데이터·이용권·가상자산·창작물로 나누어 설명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플랫폼 정책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Google·Apple·Kakao·Naver 정책 차이와 최신 확인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안전한 준비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비밀번호 단순 전달의 위험과 더 안전한 방법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AI 추모 윤리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동의·왜곡·애도·상업화·개인정보를 점검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역할 경계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정리업자·법률대리인이 아닌 의미기록의 촉진자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핵심 키워드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만날 단어들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생전정리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66544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66544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유품정리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84448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비움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72584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2584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나눔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0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기증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48856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48856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폐기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36992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36992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중요문서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54896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54896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재산목록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2487168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4871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사진 아카이빙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15184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15184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기억유산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33088" y="2487168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33088" y="2487168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디지털 유산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984748" y="2487168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84748" y="2487168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디지털 자산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836408" y="2487168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36408" y="2487168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계정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924544" y="2487168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24544" y="2487168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구독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8640" y="328269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282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사후관리 기능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615184" y="3282696"/>
            <a:ext cx="2080260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15184" y="3282696"/>
            <a:ext cx="2080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디지털 엔딩노트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896612" y="3282696"/>
            <a:ext cx="1243584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96612" y="3282696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AI 추모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341364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41364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보류상자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시험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생전정리 vs 유품정리, 개인정보 보호법의 “살아 있는 개인”, 플랫폼별 사후관리 기능, “비밀번호보다 접근경로”가 자주 나옵니다.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살아 있을 때의 정리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얼마나 버렸는가가 아니라, 무엇이 중요한지 분명해졌는가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생전정리는 왜 웰빙의 실천인가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생전정리와 유품정리 · 8개 영역 · 정리의 순서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추억의 물건 · 중요문서 · 금융정보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웰빙의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“정리”에 대한 오해와 실제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흔한 오해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죽음 직전의 준비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집 안의 물건을 버리는 작업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가족에게 짐을 남기지 않으려는 의무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WLC가 다루는 생전정리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무엇이 중요한지 선택하기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필요한 정보를 찾을 수 있게 만들기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계약·보험·문서·사진·계정의 위치를 알고 생활의 통제감 높이기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관점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정리의 기준은 “얼마나 많이 버렸는가”가 아니라 “무엇이 중요한지 더 분명해졌는가”입니다.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두 가지 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생전정리와 유품정리는 다르다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663440"/>
                <a:gridCol w="47548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본인이 살아 있을 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 후 가족·관계자 등이 수행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결정권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본인의 의사와 가치가 중심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고인의 기록·법적 권리·유족 의견을 함께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목적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 삶의 단순화, 정보정리, 나눔, 가족부담 감소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생활공간 정리, 상속·기억·행정·처분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추억을 직접 선택하고 이야기할 수 있음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애도와 상실감 속에서 결정해야 할 수 있음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과도한 버리기, 가족과의 충돌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귀중품·문서폐기, 상속분쟁, 개인정보 유출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역할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정리의 의미와 우선순위 코칭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유족의 애도와 판단 존중, 전문가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생전정리의 8개 영역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여덟 영역으로 정리한다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정리 내용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1. 생활물품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옷·가구·책·취미물품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사용하는가? 의미가 있는가? 누가 이어받을까?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2. 중요문서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신분·계약·보험·부동산·차량·연락처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어디에 있고 누가 찾을 수 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3. 금융·재산정보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예금·보험·채무·투자·가상자산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존재와 관리기관을 신뢰할 사람에게 알렸는가?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4. 의료·돌봄정보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병력·약·의료기관·돌봄 선호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위기 때 필요한 정보가 한 곳에 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5. 장례·장묘정보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 바람·상조계약·장사시설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가족이 실제로 알고 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6. 사진·기록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앨범·편지·일기·작품·영상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무엇을 남기고 어떤 이야기를 붙일 것인가?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7. 디지털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SNS·이메일·클라우드·구독·기기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삭제·보존·전달·추모 중 무엇을 원하는가?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8. 관계·메시지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감사·사과·유언 외 메시지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누구에게 어떤 말을 남길 것인가?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정리의 순서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쉬운 것부터, 중요한 것은 끝까지 확인하며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한 구역 선택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서랍 하나, 사진 한 상자처럼 작게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48031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8031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52878"/>
            <a:ext cx="472424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4분류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남김 / 나눔 / 폐기 / 보류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3604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604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332988"/>
            <a:ext cx="472424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사연 기록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남길 물건에 왜 중요한지 한두 줄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405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405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213098"/>
            <a:ext cx="472424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받을 사람 확인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일방적으로 정하지 말고 받을 의사 묻기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개인정보 제거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폐기 문서·기기에 정보가 남지 않게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48031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48031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452878"/>
            <a:ext cx="472424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목록화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중요 물건·문서 위치를 엔딩노트에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3604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3604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332988"/>
            <a:ext cx="472424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반복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계절·연도별로 갱신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“가족에게 짐을 남기지 말아야 한다”는 메시지가 죄책감과 강박적 정리를 만들 수 있습니다. 건강·체력·관계에 맞는 속도로.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추억이 있는 물건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처분보다 “의미 보존”을 먼저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사진으로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사진을 찍어 디지털 기록으로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사연으로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물건의 사연을 한두 문장으로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87917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원하는 사람에게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가족 중 원하는 사람이 있는지 묻기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2310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기억상자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한 사람의 대표 물건만 남기기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338218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66818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2310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98338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기증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의미와 기관의 수용기준 확인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질문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“이 물건을 남기고 싶은 이유는 물건 자체 때문인가요, 그 안의 사람과 기억 때문인가요?”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미니 실습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지갑·가방 속 4분류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지금 내 지갑이나 가방 속 물건을 꺼내 “4분류”를 연습해 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물건 5~6개를 꺼냅니다(개인정보가 보이는 것은 뒤집어 둡니다).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남김 / 나눔 / 폐기 / 보류로 나눕니다.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“남김” 중 하나에 사연 한 줄을 붙입니다.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“보류”가 생긴 이유를 생각해 봅니다.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실습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4분류 결과와 사연 한 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중요문서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서류는 먼저 버리지 않는다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29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문서 범주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정리 원칙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신분·가족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신분증 사본, 가족관계 서류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불필요한 사본은 안전 폐기, 원본 위치 기록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부동산·예금·증권·보험·가상자산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목록과 기관명 중심, 비밀번호 자체는 별도 관리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채무·계약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대출·임대차·자동이체·각종 계약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종료 여부와 담당기관 기록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의료기록·약 목록·돌봄 연락처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위기 시 찾기 쉬운 위치에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장례·상조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상조계약, 장례·장묘 예약·계약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가족에게 계약 존재와 위치 공유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사업·세무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사업자·세금·회계 자료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보존기간과 법적 필요성은 전문가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금융정보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비밀번호 공유보다 “존재와 접근경로”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계좌·카드 비밀번호, 인증수단을 문서에 적어 가족에게 주는 방식은 보안위험이 큽니다.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어디에 무엇이 있는지와 연락·확인 경로를 정리합니다.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기록할 것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금융기관·보험사·거래소 이름과 무엇이 있는지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상속재산의 범위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상증세법은 경제적 가치가 있는 물건·권리로 폭넓게 정의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WLC 역할 경계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상속권·세금·명의이전 판단은 변호사·세무사·기관 절차로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정리는 버리기가 아니라 선택하기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쉬운 것부터, 작게, 반복해서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서류는 먼저 버리지 않는다 — 비밀번호보다 접근경로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유품정리와 디지털 유산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유품정리와 디지털 유산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애도와 실무가 함께 있는 시간, 그리고 남겨지는 디지털 흔적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유품정리에서 먼저 확인할 것 · 서비스 점검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디지털 유산의 종류 · 한국 법제 · 플랫폼 사후정책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디지털 엔딩노트 · AI 추모 윤리 · WLC의 역할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유품정리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유품정리에서 먼저 확인할 것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먼저 확인할 것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유언·재산 관련 문서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상속과 처분에 영향을 줄 수 있음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현금·귀금속·통장·인감·증서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분실·폐기·분쟁 위험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휴대전화·컴퓨터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금융·연락처·사진·계정 접근의 핵심 단서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사진·편지·일기·작품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가족의 기억과 애도에 중요한 자료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약품·위험물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안전한 폐기 필요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임대·공과금·구독 계약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해지·정산과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고인의 직장·사업 자료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보존·반환·법적 의무 가능성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유족에게 필요한 허용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모든 유품을 즉시 정리할 필요는 없습니다. 결정하기 어려운 물건은 “보류상자”에 두고 일정 기간 뒤 다시 판단해도 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유품정리 서비스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유품정리 서비스, 이것을 확인하세요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점검 항목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업무범위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분류·운반·청소·폐기·매입 중 무엇이 포함되는가?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견적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인력·차량·폐기·추가비용이 구분되어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귀중품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발견 시 어떤 절차로 유족에게 인계하는가?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개인정보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문서·기기·사진은 어떻게 처리하는가?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폐기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폐기물은 적법한 절차로 처리하는가?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매입·재판매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 있는 물건의 매입가격과 동의를 어떻게 확인하는가?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작업 전후 사진·인계목록을 제공하는가?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상업적 중립성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WLC는 특정 유품정리 업체를 추천·보증하지 않습니다. 기준과 질문을 제공하고 최종 계약은 당사자가 비교·확인합니다.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디지털 유산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하나의 권리가 아니라 여러 종류의 흔적과 권리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 쟁점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이메일·SNS·메신저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접근권·삭제·추모전환·플랫폼 정책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 데이터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사진·문서·클라우드·메일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사생활·가족의 접근·보존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이용권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전자책·영상·음원·게임 콘텐츠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계정 이용권이 양도·상속되지 않을 수 있음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경제적 자산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가상자산, 일부 포인트·머니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상속·세금·사업자별 절차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창작·사업 자산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블로그·도메인·저작물·채널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저작권·수익권·운영권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휴대전화·컴퓨터·저장장치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잠금·암호화·데이터 접근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추모 데이터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프로필·추모계정·온라인 기념관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고인의 의사·유족 동의·공개범위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핵심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둘 다 부정확합니다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“디지털 유산은 모두 상속된다.”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“사망하면 모두 삭제된다.”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재산적 가치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경제적 자산은 상속 절차를 따릅니다.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이용계약·약관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서비스마다 사후처리가 다릅니다.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저작권·기기보안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권리와 기술에 따라 처리방식이 달라집니다.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한국 법제에서 볼 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사망자의 정보와 디지털 권리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개인정보 보호법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개인정보를 “살아 있는 개인에 관한 정보”로 정의합니다(2026.9.11 시행). 다만 사망자 정보에 살아 있는 가족·지인의 정보가 섞이면 보호 대상이 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민법의 상속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상속인은 재산에 관한 포괄적 권리·의무를 승계하지만, 일신에 전속하는 권리는 제외됩니다. 서비스 이용권은 계약·약관에 따릅니다.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출판용 표현 원칙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“한국엔 디지털 유산법이 없다”보다 “재산법·계약·저작권·플랫폼 정책이 나뉘어 적용되는 영역”이라고 설명합니다.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플랫폼 사후계정 사례 (2026.9 확인)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플랫폼마다 사후관리 방식이 다르다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502920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플랫폼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 준비 기능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 후 특징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Google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휴면 계정 관리자 — 최대 10명에게 특정 데이터 공유 또는 계정 삭제 설정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유족·대리인이 계정 폐쇄나 일부 데이터 요청 가능, 비밀번호는 제공하지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Apple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Legacy Contact 지정과 접근키 공유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접근키와 사망증명 등으로 일부 iCloud 데이터 접근, 키체인·결제정보 등은 제외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Kakao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카카오톡 추모 프로필 여부와 대리인 지정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대리인 지정 시 사망증빙 후 추모 프로필 전환·일정기간 관리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Naver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사망자 아이디 탈퇴 요청 등 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ID·비밀번호는 제공하지 않음, 서류 확인 후 탈퇴·일부 포인트 확인·공개자료 백업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비밀번호보다 좋은 방법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플랫폼의 공식 사후관리 기능을 먼저 씁니다. 비밀번호를 종이에 적거나 메신저로 보내는 방식은 보안·오용 위험이 큽니다.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구매한 디지털 콘텐츠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“소장”은 소유가 아닐 수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종이책·DVD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물건에 대한 소유권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가족에게 물려줄 수 있음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전자책·영상·음원·게임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특정 계정에서 이용할 수 있는 계약상 권리인 경우가 많음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회원 사망 시 이용계약 종료·양도·상속 제한 사례(예: 네이버 시리즈)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교육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디지털 엔딩노트에는 “무엇을 샀는가”보다 “어떤 서비스에 어떤 계정과 유료구독이 있는가”를 기록합니다.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휴대폰 실습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내 휴대폰 속 디지털 유산 세어 보기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휴대폰 화면을 보며 내 디지털 흔적을 확인합니다. 비밀번호는 절대 적지 않습니다.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로그인해 쓰는 주요 서비스(메일·메신저·SNS·클라우드)를 세어 적습니다.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매달 결제되는 유료구독을 찾아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사진이 저장된 곳(휴대폰·클라우드)을 확인합니다.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사후관리 기능을 아는 서비스에 ○ 표시를 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실습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계정 수·구독 목록·사진 저장 위치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디지털 엔딩노트 · 보안 원칙: 비밀번호·PIN·시드문구는 적지 않는다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계정 목록보다 “처리 의향”까지 기록한다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항목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기록 내용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 희망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SNS·메신저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서비스명·계정 식별정보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삭제 / 추모전환 / 유지 가능 여부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이메일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주요 계정·중요 자료 위치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삭제 / 데이터 전달 요청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클라우드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사진·문서·영상 저장위치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전달 / 보존 / 삭제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블로그·홈페이지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운영 목적·도메인·호스팅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아카이브 / 운영승계 / 종료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유료 구독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정기결제 서비스 목록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해지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가상자산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사업자·지갑 존재 여부와 확인경로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전문가·사업자와 상속절차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휴대전화·컴퓨터·외장저장장치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데이터 보존·초기화 의향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AI 추모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목소리·얼굴·글의 AI 활용 동의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동의 / 거부 / 조건부 허용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AI 추모의 윤리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“디지털 존재”를 만들 때 묻는 여섯 가지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480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윤리 쟁점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대응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고인의 동의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생전에 자신의 데이터가 AI로 쓰이길 원했는가?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엔딩노트에 동의·거부·조건 기록 제안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데이터 출처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어떤 사진·영상·메시지를 썼는가?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출처와 권리·개인정보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왜곡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실제 고인의 가치와 다른 말을 생성하는가?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“재현”과 “실제 의사”를 구분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 지연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유족이 가상대화에 과도하게 의존하는가?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감정적 영향 점검, 필요 시 상담 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갈등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모든 가족이 사용에 동의하는가?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공개범위와 사용조건을 사전 논의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상업화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고인의 데이터가 광고·서비스에 재사용되는가?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약관·보관기간·삭제권한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WLC의 역할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정리업자도 법률대리인도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전문가에게 연결할 일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상속재산의 법적 귀속·분쟁 판단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세금·명의변경·채무정산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대규모 폐기·특수청소·위험물 처리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플랫폼 접근권한·데이터 청구 대리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복합애도·정신건강 위기 치료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WLC가 할 수 있는 일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정리의 목적과 우선순위 코칭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물건·문서·디지털 목록 작성 지원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나눌 물건·기억의 의미 탐색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사후정책 확인과 AI 추모 동의 질문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애도 속 정리 속도 조절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WLC는 “버려 주는 사람”이 아니라 “무엇을 남기고 어떻게 전달할지 생각하게 하는 사람”입니다.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유품정리는 애도와 실무 — 보류상자를 허용한다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디지털 유산은 하나의 권리가 아니다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비밀번호 대신 공식 사후관리 기능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무엇을 남길 것인가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무엇을 남길 것인가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물건인가, 정보인가, 기억인가, 가치인가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“아이들이 힘들까 봐 다 버리려고요”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생전정리 30일 프로젝트 · 실습 1 생전정리 목록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2 디지털 유산 점검표 · 실습 3 기억유산 10개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코칭 사례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“아이들이 힘들까 봐 다 버리려고요”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의도 확인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“아이들에게 부담을 주고 싶지 않은 마음이 가장 크신가요?”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76856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의미 구분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“없애고 싶은 것은 물건의 양인가요, 가족이 무엇을 해야 할지 몰라 생길 혼란인가요?”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80944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기억 탐색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“버리기 전에, 자녀가 오히려 간직하고 싶어 할 물건이 있을까요?”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685032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선택 제안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“모두 남기거나 모두 버리기보다, 대표 물건 10개와 그 사연을 남기면 어떨까요?”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389120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가족대화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“자녀에게 무엇을 받고 싶은지 물어보고 함께 정리할 수 있을까요?”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코칭 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72세 내담자가 사진·편지까지 모두 버리려 한다 — 생전정리의 목표는 “제로”가 아닙니다. 부담을 줄이면서 기억과 관계의 가치를 남기는 균형.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“다 버리려고요” 코칭하기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내담자는 세 가지 고민 중 하나를 골라 이야기합니다.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내담자 고민 고르기: “사진·편지 다 버릴래요” / “유품은 바로 다 정리할래요” / “비밀번호를 다 적어 줄래요”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내담자·WLC·관찰자를 정합니다.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WLC는 의도 → 의미 → 기억 → 선택 → 가족대화 순으로 4분간 대화합니다.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관찰자는 WLC가 “버리라/남기라”고 결정해 주지 않았는지 체크합니다.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내담자가 정한 “남길 것” 한 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생전정리 30일 프로젝트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한 달에 네 걸음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1832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주차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실천 과제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1주차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서류 한 파일 — 보험·계약·중요 연락처 목록 만들기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2주차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사진 한 상자 — 꼭 남길 사진 20장과 사연 고르기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3주차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디지털 한 분야 — 이메일·SNS·클라우드 중 하나의 계정목록과 사후 희망 정리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4주차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가족대화 — 남길 물건·문서 위치·디지털 처리 희망을 한 사람과 공유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18.1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생전정리 목록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329184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정리할 것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남김 / 나눔 / 폐기 / 보류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생활물품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사진·기록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금융·계약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장례·의료정보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디지털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18.2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디지털 유산 점검표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926080"/>
                <a:gridCol w="30175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서비스 / 자산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계정·위치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처리 희망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사후관리 기능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Google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Apple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Kakao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Naver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SNS 기타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클라우드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가상자산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유료구독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기억유산 10개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남기고 싶은 물건·사진·편지·작품 10개를 고르고, 각각 “왜 남기는지” 한 문장을 적습니다.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떠오르는 것을 10개까지 적습니다(5강 “물건 하나의 사연”부터).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각각에 사연 한 문장을 붙입니다.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사연을 꼭 알았으면 하는 사람을 옆에 적습니다.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짝에게 그중 하나를 소개합니다.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 + 짝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기억유산 목록 (6~10번은 과제로)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생전정리의 기준은 “얼마나 많이 버렸는가”이다.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유품정리 때 오래된 서류는 먼저 한꺼번에 폐기하는 것이 효율적이다.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구매한 전자책·영상 콘텐츠는 일반 물건처럼 반드시 상속된다.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엔딩노트에는 비밀번호 대신 계정의 존재·사후관리 기능·접근경로를 기록한다.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생전정리와 유품정리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생전정리와 유품정리에 대한 설명으로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두 말은 같은 뜻이다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생전정리는 본인의 의사·가치가 중심이고, 유품정리는 고인의 기록·법적 권리·유족 의견을 함께 고려한다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유품정리는 본인이 살아 있을 때 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생전정리는 전문업체만 할 수 있다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개인정보의 정의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개인정보 보호법상 “개인정보”의 정의와 관련해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사람의 정보를 뜻한다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살아 있는 개인에 관한 정보를 뜻한다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사망자 정보도 그 자체로 같은 보호를 받는다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법인의 정보를 뜻한다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Google 휴면 계정 관리자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Google 휴면 계정 관리자(Inactive Account Manager)에 대한 설명으로 옳은 것은?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후 유족에게 비밀번호를 제공한다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최대 10명에게 특정 데이터를 공유하거나 계정 삭제를 설정할 수 있다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즉시 모든 데이터가 공개된다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사후관리 기능이 없다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디지털 엔딩노트의 보안 원칙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디지털 엔딩노트 작성 원칙으로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비밀번호·PIN·시드문구를 그대로 적는다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비밀번호를 메신저로 가족에게 보낸다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계정의 존재·사후관리 기능·접근권한자와 문서 위치를 기록하고 인증정보는 별도로 안전하게 관리한다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아무것도 기록하지 않는다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결정하기 어려운 유품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유품정리 중 결정하기 어려운 물건에 대한 WLC의 안내로 가장 적절한 것은?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정리 속도를 위해 즉시 폐기한다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업체가 판단하도록 맡긴다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“보류상자”에 두고 일정 기간 뒤 다시 판단해도 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유품은 반드시 보관해야 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무엇이 중요한지 분명해졌는가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재산·계약 등 중요자료가 섞여 있을 수 있음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계약상 이용권은 상속되지 않을 수 있음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인증정보는 별도의 안전한 방식으로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본인 중심 vs 고인·유족·법적 권리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“살아 있는 개인에 관한 정보”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최대 10명 공유 또는 삭제 설정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존재와 접근경로를 기록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생전정리와 유품정리의 차이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생전정리 8개 영역 중 다섯 가지와 목적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유품정리에서 중요문서를 먼저 확인할 이유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디지털 유산을 하나의 상속재산으로 볼 수 없는 이유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개인정보의 정의가 사망자 정보에 주는 시사점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Google 휴면계정 관리자와 Apple Legacy Contact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Kakao 추모 프로필과 Naver 사망자 계정 지원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디지털 콘텐츠의 “소장”과 소유권의 차이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AI 추모서비스의 윤리적 쟁점 네 가지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생전·유품정리에서 WLC의 역할 경계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제7강에서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생전정리는 웰빙의 실천이다.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물건보다 삶의 우선순위와 정보의 위치를 분명히 한다.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유품정리는 애도와 법적 실무의 과정이다.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속도를 강요하지 않고 귀중품·문서를 먼저 확인한다.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기억은 물건보다 이야기로 남길 수 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사진·사연·편지·음성·영상으로.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디지털 유산은 하나의 권리가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계정·데이터·이용권·가상자산·저작물이 다르다.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비밀번호 전달보다 사후관리 기능을.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플랫폼의 공식 기능을 생전에 설정한다.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의미와 준비의 촉진자다.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정리업자가 아니라 기준을 세우고 연결한다.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여덟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버리기를 목표로 삼지 않는다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가족의 수용의사를 확인한다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서류를 먼저 버리지 않는다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비밀번호 공유를 쉽게 권하지 않는다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디지털 콘텐츠와 자산을 구분한다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유족의 애도 속도를 존중한다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AI 추모의 동의를 묻는다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전문업체와 이해관계를 분리한다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30일 프로젝트 1주차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서류 한 파일 — 보험·계약·중요 연락처 목록을 만듭니다.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사후관리 기능 하나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Google·Apple·Kakao 중 하나의 사후관리 기능을 찾아보고, 원하면 설정합니다.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기억유산 완성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기억유산 6~10번을 채우고 엔딩노트에 옮깁니다.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제7강의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“내가 남길 것은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물건인가, 정보인가,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기억인가, 가치인가?”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제2부를 마치며 — 문화와 산업을 지나, 다시 무엇을 남길지로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제8강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경제적 웰다잉과 재산·신상 보호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“존엄한 마무리를 위해 재산·주거·채무·유언·상속·신상보호를 어디까지 준비해야 하는가?”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경제적 웰다잉: 노후경제와 삶의 질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재산·채무 목록과 주거의 준비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유언·상속의 기본과 전문가 연계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신탁·후견 등 재산·신상 보호 제도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경제적 학대 예방과 WLC의 역할 경계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제8장  ·  가져올 것: 생전정리 목록, 부록 5 재산·채무 목록(금액·번호 없이)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LC Teal">
  <a:themeElements>
    <a:clrScheme name="WLC Teal">
      <a:dk1>
        <a:srgbClr val="222222"/>
      </a:dk1>
      <a:lt1>
        <a:srgbClr val="FFFFFF"/>
      </a:lt1>
      <a:dk2>
        <a:srgbClr val="1F4E4A"/>
      </a:dk2>
      <a:lt2>
        <a:srgbClr val="EAF3F0"/>
      </a:lt2>
      <a:accent1>
        <a:srgbClr val="2E7D6B"/>
      </a:accent1>
      <a:accent2>
        <a:srgbClr val="D98E04"/>
      </a:accent2>
      <a:accent3>
        <a:srgbClr val="3A6EA5"/>
      </a:accent3>
      <a:accent4>
        <a:srgbClr val="B5452F"/>
      </a:accent4>
      <a:accent5>
        <a:srgbClr val="8FB9A8"/>
      </a:accent5>
      <a:accent6>
        <a:srgbClr val="6B6B6B"/>
      </a:accent6>
      <a:hlink>
        <a:srgbClr val="3A6EA5"/>
      </a:hlink>
      <a:folHlink>
        <a:srgbClr val="1F4E4A"/>
      </a:folHlink>
    </a:clrScheme>
    <a:fontScheme name="WLC Teal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제7강 생전정리·유품정리와 디지털 유산</dc:title>
  <dc:subject>PptxGenJS Presentation</dc:subject>
  <dc:creator>삶잇다협동조합</dc:creator>
  <cp:lastModifiedBy>삶잇다협동조합</cp:lastModifiedBy>
  <cp:revision>1</cp:revision>
  <dcterms:created xsi:type="dcterms:W3CDTF">2026-10-29T23:51:54Z</dcterms:created>
  <dcterms:modified xsi:type="dcterms:W3CDTF">2026-10-29T23:51:54Z</dcterms:modified>
</cp:coreProperties>
</file>